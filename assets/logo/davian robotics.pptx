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1" r:id="rId1"/>
  </p:sldMasterIdLst>
  <p:sldIdLst>
    <p:sldId id="257" r:id="rId2"/>
    <p:sldId id="258" r:id="rId3"/>
    <p:sldId id="260" r:id="rId4"/>
    <p:sldId id="261" r:id="rId5"/>
    <p:sldId id="259" r:id="rId6"/>
  </p:sldIdLst>
  <p:sldSz cx="12192000" cy="6858000"/>
  <p:notesSz cx="6858000" cy="9144000"/>
  <p:embeddedFontLst>
    <p:embeddedFont>
      <p:font typeface="에스코어 드림 6 Bold" panose="020B0703030302020204" pitchFamily="34" charset="-127"/>
      <p:bold r:id="rId7"/>
    </p:embeddedFont>
    <p:embeddedFont>
      <p:font typeface="에스코어 드림 9 Black" panose="020B0A03030302020204" pitchFamily="34" charset="-127"/>
      <p:bold r:id="rId8"/>
    </p:embeddedFont>
    <p:embeddedFont>
      <p:font typeface="프리젠테이션 5 Medium" pitchFamily="2" charset="-127"/>
      <p:regular r:id="rId9"/>
    </p:embeddedFont>
    <p:embeddedFont>
      <p:font typeface="프리젠테이션 7 Bold" pitchFamily="2" charset="-127"/>
      <p:bold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2480" y="13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F7848-2BFD-4468-9969-D015487E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35933"/>
            <a:ext cx="10515600" cy="359143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29737F-51F1-421D-AC32-27F956FE9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90852"/>
            <a:ext cx="10515600" cy="1500187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5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9F278-5F27-4752-B48E-3040EBE1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5E188-B172-4585-97ED-4DCC3530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6D82A-B96A-47A5-A0CB-0AADEF65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8FF6-4665-43F1-9C21-75CB570D8FA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E5C4D0D-5EB5-49C4-A6B3-20C3E0F7EC84}"/>
              </a:ext>
            </a:extLst>
          </p:cNvPr>
          <p:cNvCxnSpPr>
            <a:cxnSpLocks/>
          </p:cNvCxnSpPr>
          <p:nvPr/>
        </p:nvCxnSpPr>
        <p:spPr>
          <a:xfrm>
            <a:off x="831850" y="4359112"/>
            <a:ext cx="1052195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284D948-0A26-4D01-99C8-776B79D102E7}"/>
              </a:ext>
            </a:extLst>
          </p:cNvPr>
          <p:cNvCxnSpPr>
            <a:cxnSpLocks/>
          </p:cNvCxnSpPr>
          <p:nvPr/>
        </p:nvCxnSpPr>
        <p:spPr>
          <a:xfrm>
            <a:off x="831850" y="4359112"/>
            <a:ext cx="1052195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0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부제목 내용 (no cit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EE194-9357-4970-AE03-766A12D4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5" y="268943"/>
            <a:ext cx="10990730" cy="756308"/>
          </a:xfrm>
        </p:spPr>
        <p:txBody>
          <a:bodyPr anchor="b"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CFB16-79F5-4DDB-A266-F6BAA0964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35" y="1461247"/>
            <a:ext cx="10990730" cy="4715716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defRPr/>
            </a:lvl1pPr>
            <a:lvl2pPr>
              <a:lnSpc>
                <a:spcPct val="140000"/>
              </a:lnSpc>
              <a:spcBef>
                <a:spcPts val="0"/>
              </a:spcBef>
              <a:defRPr/>
            </a:lvl2pPr>
            <a:lvl3pPr>
              <a:lnSpc>
                <a:spcPct val="140000"/>
              </a:lnSpc>
              <a:spcBef>
                <a:spcPts val="0"/>
              </a:spcBef>
              <a:defRPr/>
            </a:lvl3pPr>
            <a:lvl4pPr>
              <a:lnSpc>
                <a:spcPct val="140000"/>
              </a:lnSpc>
              <a:spcBef>
                <a:spcPts val="0"/>
              </a:spcBef>
              <a:defRPr/>
            </a:lvl4pPr>
            <a:lvl5pPr>
              <a:lnSpc>
                <a:spcPct val="14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7F786197-1F9B-497E-B7B0-E23F01B2B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59791" y="6239760"/>
            <a:ext cx="831574" cy="540012"/>
          </a:xfrm>
        </p:spPr>
        <p:txBody>
          <a:bodyPr anchor="b"/>
          <a:lstStyle/>
          <a:p>
            <a:fld id="{64B08FF6-4665-43F1-9C21-75CB570D8FA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D2535F-5E54-4AAF-9F58-1615A67BD1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0635" y="1068820"/>
            <a:ext cx="10990730" cy="263525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498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부제목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EE194-9357-4970-AE03-766A12D4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5" y="268943"/>
            <a:ext cx="10990730" cy="756308"/>
          </a:xfrm>
        </p:spPr>
        <p:txBody>
          <a:bodyPr anchor="b"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CFB16-79F5-4DDB-A266-F6BAA0964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35" y="1461247"/>
            <a:ext cx="10990730" cy="4715716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defRPr/>
            </a:lvl1pPr>
            <a:lvl2pPr>
              <a:lnSpc>
                <a:spcPct val="140000"/>
              </a:lnSpc>
              <a:spcBef>
                <a:spcPts val="0"/>
              </a:spcBef>
              <a:defRPr/>
            </a:lvl2pPr>
            <a:lvl3pPr>
              <a:lnSpc>
                <a:spcPct val="140000"/>
              </a:lnSpc>
              <a:spcBef>
                <a:spcPts val="0"/>
              </a:spcBef>
              <a:defRPr/>
            </a:lvl3pPr>
            <a:lvl4pPr>
              <a:lnSpc>
                <a:spcPct val="140000"/>
              </a:lnSpc>
              <a:spcBef>
                <a:spcPts val="0"/>
              </a:spcBef>
              <a:defRPr/>
            </a:lvl4pPr>
            <a:lvl5pPr>
              <a:lnSpc>
                <a:spcPct val="14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7F786197-1F9B-497E-B7B0-E23F01B2B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59791" y="6239760"/>
            <a:ext cx="831574" cy="540012"/>
          </a:xfrm>
        </p:spPr>
        <p:txBody>
          <a:bodyPr anchor="b"/>
          <a:lstStyle/>
          <a:p>
            <a:fld id="{64B08FF6-4665-43F1-9C21-75CB570D8FA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A0F6DE34-0A2F-4916-9590-9C09D83B21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635" y="6239759"/>
            <a:ext cx="10059061" cy="5400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D2535F-5E54-4AAF-9F58-1615A67BD1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0635" y="1068820"/>
            <a:ext cx="10990730" cy="263525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0364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83D7E3-D7FA-43D9-81E0-935F0156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C929C-2D0A-492D-84ED-40FB4258B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2922"/>
            <a:ext cx="10515600" cy="487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CD901-3780-492D-BE74-035D3CDE3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08FF6-4665-43F1-9C21-75CB570D8FA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BDF56CC8-3297-4728-B0AB-D314D31C1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55C4B364-4991-499D-BB97-948C9856B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00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76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○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1755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85838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225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EBBB072A-144F-40A6-84C4-D09E617E89B3}"/>
              </a:ext>
            </a:extLst>
          </p:cNvPr>
          <p:cNvGrpSpPr/>
          <p:nvPr/>
        </p:nvGrpSpPr>
        <p:grpSpPr>
          <a:xfrm>
            <a:off x="406400" y="1368239"/>
            <a:ext cx="12539852" cy="5211999"/>
            <a:chOff x="-104012" y="644339"/>
            <a:chExt cx="13399554" cy="556932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62B1491-B5D3-424C-A260-D8A32AC3EF66}"/>
                </a:ext>
              </a:extLst>
            </p:cNvPr>
            <p:cNvSpPr/>
            <p:nvPr/>
          </p:nvSpPr>
          <p:spPr>
            <a:xfrm>
              <a:off x="-104012" y="644339"/>
              <a:ext cx="13399554" cy="5569323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BAE2FE9-8B45-42F2-BE70-9BA677697715}"/>
                </a:ext>
              </a:extLst>
            </p:cNvPr>
            <p:cNvSpPr/>
            <p:nvPr/>
          </p:nvSpPr>
          <p:spPr>
            <a:xfrm rot="1461373">
              <a:off x="1026222" y="4190025"/>
              <a:ext cx="1694418" cy="252257"/>
            </a:xfrm>
            <a:prstGeom prst="rect">
              <a:avLst/>
            </a:prstGeom>
            <a:solidFill>
              <a:srgbClr val="FCA6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B82B58D-BE03-4A66-BBCD-4D86AD3CC154}"/>
                </a:ext>
              </a:extLst>
            </p:cNvPr>
            <p:cNvSpPr/>
            <p:nvPr/>
          </p:nvSpPr>
          <p:spPr>
            <a:xfrm rot="6861373">
              <a:off x="389115" y="2489796"/>
              <a:ext cx="1637552" cy="261013"/>
            </a:xfrm>
            <a:prstGeom prst="rect">
              <a:avLst/>
            </a:prstGeom>
            <a:solidFill>
              <a:srgbClr val="EFCF97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자유형: 도형 84">
              <a:extLst>
                <a:ext uri="{FF2B5EF4-FFF2-40B4-BE49-F238E27FC236}">
                  <a16:creationId xmlns:a16="http://schemas.microsoft.com/office/drawing/2014/main" id="{0912FF19-2FA0-402B-9DCB-82253E090F95}"/>
                </a:ext>
              </a:extLst>
            </p:cNvPr>
            <p:cNvSpPr/>
            <p:nvPr/>
          </p:nvSpPr>
          <p:spPr>
            <a:xfrm>
              <a:off x="1126348" y="784773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583B7E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자유형: 도형 86">
              <a:extLst>
                <a:ext uri="{FF2B5EF4-FFF2-40B4-BE49-F238E27FC236}">
                  <a16:creationId xmlns:a16="http://schemas.microsoft.com/office/drawing/2014/main" id="{E3339068-7D76-4049-A6AB-C6019398D254}"/>
                </a:ext>
              </a:extLst>
            </p:cNvPr>
            <p:cNvSpPr/>
            <p:nvPr/>
          </p:nvSpPr>
          <p:spPr>
            <a:xfrm>
              <a:off x="2407890" y="4203124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FCA6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자유형: 도형 85">
              <a:extLst>
                <a:ext uri="{FF2B5EF4-FFF2-40B4-BE49-F238E27FC236}">
                  <a16:creationId xmlns:a16="http://schemas.microsoft.com/office/drawing/2014/main" id="{82B041F9-5CA1-4794-8B09-F017CF3A05E3}"/>
                </a:ext>
              </a:extLst>
            </p:cNvPr>
            <p:cNvSpPr/>
            <p:nvPr/>
          </p:nvSpPr>
          <p:spPr>
            <a:xfrm>
              <a:off x="62214" y="3143166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EFCF97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844662A-045F-4271-A7CC-6967926AECAC}"/>
                </a:ext>
              </a:extLst>
            </p:cNvPr>
            <p:cNvSpPr/>
            <p:nvPr/>
          </p:nvSpPr>
          <p:spPr>
            <a:xfrm rot="335180">
              <a:off x="2124241" y="1389181"/>
              <a:ext cx="1694418" cy="252257"/>
            </a:xfrm>
            <a:prstGeom prst="rect">
              <a:avLst/>
            </a:prstGeom>
            <a:solidFill>
              <a:srgbClr val="583B7E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4" name="사각형: 둥근 모서리 172">
              <a:extLst>
                <a:ext uri="{FF2B5EF4-FFF2-40B4-BE49-F238E27FC236}">
                  <a16:creationId xmlns:a16="http://schemas.microsoft.com/office/drawing/2014/main" id="{A5841177-E484-426C-886D-EA8BAC4282F3}"/>
                </a:ext>
              </a:extLst>
            </p:cNvPr>
            <p:cNvSpPr/>
            <p:nvPr/>
          </p:nvSpPr>
          <p:spPr>
            <a:xfrm rot="5890787" flipH="1" flipV="1">
              <a:off x="3577529" y="2318443"/>
              <a:ext cx="912324" cy="319534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5" name="사각형: 둥근 모서리 179">
              <a:extLst>
                <a:ext uri="{FF2B5EF4-FFF2-40B4-BE49-F238E27FC236}">
                  <a16:creationId xmlns:a16="http://schemas.microsoft.com/office/drawing/2014/main" id="{2151AE95-9161-4E7D-8F5F-9ADF7DE5E876}"/>
                </a:ext>
              </a:extLst>
            </p:cNvPr>
            <p:cNvSpPr/>
            <p:nvPr/>
          </p:nvSpPr>
          <p:spPr>
            <a:xfrm rot="13090787" flipV="1">
              <a:off x="4555360" y="1929154"/>
              <a:ext cx="912324" cy="315106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88">
              <a:extLst>
                <a:ext uri="{FF2B5EF4-FFF2-40B4-BE49-F238E27FC236}">
                  <a16:creationId xmlns:a16="http://schemas.microsoft.com/office/drawing/2014/main" id="{AB3D7378-946E-4709-BA3A-C70AFDCB5DCB}"/>
                </a:ext>
              </a:extLst>
            </p:cNvPr>
            <p:cNvSpPr/>
            <p:nvPr/>
          </p:nvSpPr>
          <p:spPr>
            <a:xfrm rot="2290787" flipV="1">
              <a:off x="3773108" y="2815095"/>
              <a:ext cx="912324" cy="315106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자유형: 도형 83">
              <a:extLst>
                <a:ext uri="{FF2B5EF4-FFF2-40B4-BE49-F238E27FC236}">
                  <a16:creationId xmlns:a16="http://schemas.microsoft.com/office/drawing/2014/main" id="{F041D594-5014-4304-B0A5-091EA9E59899}"/>
                </a:ext>
              </a:extLst>
            </p:cNvPr>
            <p:cNvSpPr/>
            <p:nvPr/>
          </p:nvSpPr>
          <p:spPr>
            <a:xfrm>
              <a:off x="3622383" y="1013685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C9729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FC60BE-9A21-40BB-B9EA-8EB5C324384A}"/>
                </a:ext>
              </a:extLst>
            </p:cNvPr>
            <p:cNvSpPr txBox="1"/>
            <p:nvPr/>
          </p:nvSpPr>
          <p:spPr>
            <a:xfrm>
              <a:off x="4540449" y="2651067"/>
              <a:ext cx="8490465" cy="3305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6600" dirty="0">
                  <a:solidFill>
                    <a:srgbClr val="583B7E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DA</a:t>
              </a:r>
              <a:r>
                <a:rPr lang="en-US" altLang="ko-KR" sz="16600" dirty="0">
                  <a:solidFill>
                    <a:srgbClr val="C9729F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V</a:t>
              </a:r>
              <a:r>
                <a:rPr lang="en-US" altLang="ko-KR" sz="16600" dirty="0">
                  <a:solidFill>
                    <a:srgbClr val="E2869B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I</a:t>
              </a:r>
              <a:r>
                <a:rPr lang="en-US" altLang="ko-KR" sz="16600" dirty="0">
                  <a:solidFill>
                    <a:srgbClr val="FCA699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A</a:t>
              </a:r>
              <a:r>
                <a:rPr lang="en-US" altLang="ko-KR" sz="16600" dirty="0">
                  <a:solidFill>
                    <a:srgbClr val="EFCF97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N</a:t>
              </a:r>
              <a:endParaRPr lang="en-US" altLang="ko-KR" sz="11500" dirty="0">
                <a:solidFill>
                  <a:srgbClr val="EFCF97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ko-KR" sz="6600" dirty="0">
                  <a:solidFill>
                    <a:srgbClr val="4C326F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ROBOTICS</a:t>
              </a:r>
            </a:p>
          </p:txBody>
        </p:sp>
        <p:sp>
          <p:nvSpPr>
            <p:cNvPr id="19" name="사각형: 둥근 모서리 187">
              <a:extLst>
                <a:ext uri="{FF2B5EF4-FFF2-40B4-BE49-F238E27FC236}">
                  <a16:creationId xmlns:a16="http://schemas.microsoft.com/office/drawing/2014/main" id="{6A11E834-0286-4959-A859-202C9D3A3160}"/>
                </a:ext>
              </a:extLst>
            </p:cNvPr>
            <p:cNvSpPr/>
            <p:nvPr/>
          </p:nvSpPr>
          <p:spPr>
            <a:xfrm rot="16690787" flipH="1" flipV="1">
              <a:off x="4750938" y="2421376"/>
              <a:ext cx="912324" cy="319534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03CFF6D-E1B9-4CE6-8B6E-A1B6FD406C13}"/>
              </a:ext>
            </a:extLst>
          </p:cNvPr>
          <p:cNvSpPr txBox="1"/>
          <p:nvPr/>
        </p:nvSpPr>
        <p:spPr>
          <a:xfrm>
            <a:off x="406400" y="425450"/>
            <a:ext cx="1581267" cy="31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ko-KR" sz="1400" dirty="0"/>
              <a:t>White background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488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AF49E8FF-CCDB-4B20-B923-2C7CB0A58567}"/>
              </a:ext>
            </a:extLst>
          </p:cNvPr>
          <p:cNvGrpSpPr/>
          <p:nvPr/>
        </p:nvGrpSpPr>
        <p:grpSpPr>
          <a:xfrm>
            <a:off x="918042" y="1462690"/>
            <a:ext cx="2264760" cy="2264760"/>
            <a:chOff x="4640319" y="897540"/>
            <a:chExt cx="2264760" cy="22647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3C02543-FC15-46E1-9FB5-95104F410FE2}"/>
                </a:ext>
              </a:extLst>
            </p:cNvPr>
            <p:cNvSpPr/>
            <p:nvPr/>
          </p:nvSpPr>
          <p:spPr>
            <a:xfrm>
              <a:off x="4640319" y="897540"/>
              <a:ext cx="2264760" cy="2264760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7FB17B-91F0-4E04-999E-E2C6D2C28057}"/>
                </a:ext>
              </a:extLst>
            </p:cNvPr>
            <p:cNvSpPr txBox="1"/>
            <p:nvPr/>
          </p:nvSpPr>
          <p:spPr>
            <a:xfrm>
              <a:off x="5066598" y="2326867"/>
              <a:ext cx="153920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rgbClr val="583B7E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DA</a:t>
              </a:r>
              <a:r>
                <a:rPr lang="en-US" altLang="ko-KR" sz="2800" dirty="0">
                  <a:solidFill>
                    <a:srgbClr val="C9729F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V</a:t>
              </a:r>
              <a:r>
                <a:rPr lang="en-US" altLang="ko-KR" sz="2800" dirty="0">
                  <a:solidFill>
                    <a:srgbClr val="E2869B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I</a:t>
              </a:r>
              <a:r>
                <a:rPr lang="en-US" altLang="ko-KR" sz="2800" dirty="0">
                  <a:solidFill>
                    <a:srgbClr val="FCA699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A</a:t>
              </a:r>
              <a:r>
                <a:rPr lang="en-US" altLang="ko-KR" sz="2800" dirty="0">
                  <a:solidFill>
                    <a:srgbClr val="EFCF97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N</a:t>
              </a:r>
            </a:p>
            <a:p>
              <a:pPr algn="ctr"/>
              <a:r>
                <a:rPr lang="en-US" altLang="ko-KR" sz="1400" dirty="0">
                  <a:solidFill>
                    <a:srgbClr val="583A7E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ROBOTICS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4370A1A-E626-407A-B9DF-8ADD160E77DB}"/>
                </a:ext>
              </a:extLst>
            </p:cNvPr>
            <p:cNvGrpSpPr/>
            <p:nvPr/>
          </p:nvGrpSpPr>
          <p:grpSpPr>
            <a:xfrm>
              <a:off x="5013738" y="970219"/>
              <a:ext cx="1517922" cy="1356648"/>
              <a:chOff x="5060149" y="970219"/>
              <a:chExt cx="1517922" cy="1356648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6DE650D1-BB2E-4E7B-B22E-8D3750BBF798}"/>
                  </a:ext>
                </a:extLst>
              </p:cNvPr>
              <p:cNvSpPr/>
              <p:nvPr/>
            </p:nvSpPr>
            <p:spPr>
              <a:xfrm rot="1461373">
                <a:off x="5339217" y="1955995"/>
                <a:ext cx="490512" cy="73025"/>
              </a:xfrm>
              <a:prstGeom prst="rect">
                <a:avLst/>
              </a:pr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E601DEB-CFD7-4BBC-A94A-F4CEA87D4A5A}"/>
                  </a:ext>
                </a:extLst>
              </p:cNvPr>
              <p:cNvSpPr/>
              <p:nvPr/>
            </p:nvSpPr>
            <p:spPr>
              <a:xfrm rot="6861373">
                <a:off x="5154783" y="1463801"/>
                <a:ext cx="474050" cy="75560"/>
              </a:xfrm>
              <a:prstGeom prst="rect">
                <a:avLst/>
              </a:pr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7899539C-AB9E-4F59-9732-F5C38648E783}"/>
                  </a:ext>
                </a:extLst>
              </p:cNvPr>
              <p:cNvSpPr/>
              <p:nvPr/>
            </p:nvSpPr>
            <p:spPr>
              <a:xfrm>
                <a:off x="5368202" y="970219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D3C76698-B1E2-424E-B4AB-C899189D003A}"/>
                  </a:ext>
                </a:extLst>
              </p:cNvPr>
              <p:cNvSpPr/>
              <p:nvPr/>
            </p:nvSpPr>
            <p:spPr>
              <a:xfrm>
                <a:off x="5739192" y="1959787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33206F4-2B77-4C1C-9BD8-642C2033F9FA}"/>
                  </a:ext>
                </a:extLst>
              </p:cNvPr>
              <p:cNvSpPr/>
              <p:nvPr/>
            </p:nvSpPr>
            <p:spPr>
              <a:xfrm>
                <a:off x="5060149" y="1652943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8535380C-8F01-46B6-B021-B9432EC1892F}"/>
                  </a:ext>
                </a:extLst>
              </p:cNvPr>
              <p:cNvSpPr/>
              <p:nvPr/>
            </p:nvSpPr>
            <p:spPr>
              <a:xfrm rot="335180">
                <a:off x="5657079" y="1145187"/>
                <a:ext cx="490512" cy="73025"/>
              </a:xfrm>
              <a:prstGeom prst="rect">
                <a:avLst/>
              </a:pr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E71260CA-A6EC-4ABE-BA2C-9213EF9CABC5}"/>
                  </a:ext>
                </a:extLst>
              </p:cNvPr>
              <p:cNvGrpSpPr/>
              <p:nvPr/>
            </p:nvGrpSpPr>
            <p:grpSpPr>
              <a:xfrm rot="20290787">
                <a:off x="6181296" y="1266332"/>
                <a:ext cx="396775" cy="418029"/>
                <a:chOff x="6824707" y="1344129"/>
                <a:chExt cx="396775" cy="418029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3DBE051A-4283-4C46-A611-370632C3CD90}"/>
                    </a:ext>
                  </a:extLst>
                </p:cNvPr>
                <p:cNvSpPr/>
                <p:nvPr/>
              </p:nvSpPr>
              <p:spPr>
                <a:xfrm rot="7200000" flipH="1" flipV="1">
                  <a:off x="6738905" y="1429931"/>
                  <a:ext cx="264106" cy="92501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0D07F84D-67D4-4158-95CC-76754D32623E}"/>
                    </a:ext>
                  </a:extLst>
                </p:cNvPr>
                <p:cNvSpPr/>
                <p:nvPr/>
              </p:nvSpPr>
              <p:spPr>
                <a:xfrm rot="14400000" flipV="1">
                  <a:off x="7043820" y="1430572"/>
                  <a:ext cx="264106" cy="91219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E0FDE26A-F0E9-4009-B958-495E6348D629}"/>
                    </a:ext>
                  </a:extLst>
                </p:cNvPr>
                <p:cNvSpPr/>
                <p:nvPr/>
              </p:nvSpPr>
              <p:spPr>
                <a:xfrm rot="18000000" flipH="1" flipV="1">
                  <a:off x="7043179" y="1583854"/>
                  <a:ext cx="264106" cy="92501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1242255A-02D3-4406-BA4B-6A03619BA441}"/>
                    </a:ext>
                  </a:extLst>
                </p:cNvPr>
                <p:cNvSpPr/>
                <p:nvPr/>
              </p:nvSpPr>
              <p:spPr>
                <a:xfrm rot="3600000" flipV="1">
                  <a:off x="6738264" y="1584495"/>
                  <a:ext cx="264106" cy="91219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37B8F43-4A30-4611-A805-9096F935E518}"/>
                  </a:ext>
                </a:extLst>
              </p:cNvPr>
              <p:cNvSpPr/>
              <p:nvPr/>
            </p:nvSpPr>
            <p:spPr>
              <a:xfrm>
                <a:off x="6090772" y="1036486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C9729F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49A8C3A-A686-4F66-B714-40BD3E9B11FF}"/>
              </a:ext>
            </a:extLst>
          </p:cNvPr>
          <p:cNvSpPr txBox="1"/>
          <p:nvPr/>
        </p:nvSpPr>
        <p:spPr>
          <a:xfrm>
            <a:off x="406400" y="425450"/>
            <a:ext cx="1581267" cy="31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ko-KR" sz="1400" dirty="0"/>
              <a:t>White background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7773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EBBB072A-144F-40A6-84C4-D09E617E89B3}"/>
              </a:ext>
            </a:extLst>
          </p:cNvPr>
          <p:cNvGrpSpPr/>
          <p:nvPr/>
        </p:nvGrpSpPr>
        <p:grpSpPr>
          <a:xfrm>
            <a:off x="406400" y="1368239"/>
            <a:ext cx="12539852" cy="5211999"/>
            <a:chOff x="-104012" y="644339"/>
            <a:chExt cx="13399554" cy="556932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62B1491-B5D3-424C-A260-D8A32AC3EF66}"/>
                </a:ext>
              </a:extLst>
            </p:cNvPr>
            <p:cNvSpPr/>
            <p:nvPr/>
          </p:nvSpPr>
          <p:spPr>
            <a:xfrm>
              <a:off x="-104012" y="644339"/>
              <a:ext cx="13399554" cy="556932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BAE2FE9-8B45-42F2-BE70-9BA677697715}"/>
                </a:ext>
              </a:extLst>
            </p:cNvPr>
            <p:cNvSpPr/>
            <p:nvPr/>
          </p:nvSpPr>
          <p:spPr>
            <a:xfrm rot="1461373">
              <a:off x="1026222" y="4190024"/>
              <a:ext cx="1694418" cy="252257"/>
            </a:xfrm>
            <a:prstGeom prst="rect">
              <a:avLst/>
            </a:prstGeom>
            <a:solidFill>
              <a:srgbClr val="FCA6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B82B58D-BE03-4A66-BBCD-4D86AD3CC154}"/>
                </a:ext>
              </a:extLst>
            </p:cNvPr>
            <p:cNvSpPr/>
            <p:nvPr/>
          </p:nvSpPr>
          <p:spPr>
            <a:xfrm rot="6861373">
              <a:off x="389116" y="2489796"/>
              <a:ext cx="1637552" cy="261013"/>
            </a:xfrm>
            <a:prstGeom prst="rect">
              <a:avLst/>
            </a:prstGeom>
            <a:solidFill>
              <a:srgbClr val="EFCF97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자유형: 도형 84">
              <a:extLst>
                <a:ext uri="{FF2B5EF4-FFF2-40B4-BE49-F238E27FC236}">
                  <a16:creationId xmlns:a16="http://schemas.microsoft.com/office/drawing/2014/main" id="{0912FF19-2FA0-402B-9DCB-82253E090F95}"/>
                </a:ext>
              </a:extLst>
            </p:cNvPr>
            <p:cNvSpPr/>
            <p:nvPr/>
          </p:nvSpPr>
          <p:spPr>
            <a:xfrm>
              <a:off x="1126348" y="784773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583B7E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자유형: 도형 86">
              <a:extLst>
                <a:ext uri="{FF2B5EF4-FFF2-40B4-BE49-F238E27FC236}">
                  <a16:creationId xmlns:a16="http://schemas.microsoft.com/office/drawing/2014/main" id="{E3339068-7D76-4049-A6AB-C6019398D254}"/>
                </a:ext>
              </a:extLst>
            </p:cNvPr>
            <p:cNvSpPr/>
            <p:nvPr/>
          </p:nvSpPr>
          <p:spPr>
            <a:xfrm>
              <a:off x="2407890" y="4203123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FCA6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자유형: 도형 85">
              <a:extLst>
                <a:ext uri="{FF2B5EF4-FFF2-40B4-BE49-F238E27FC236}">
                  <a16:creationId xmlns:a16="http://schemas.microsoft.com/office/drawing/2014/main" id="{82B041F9-5CA1-4794-8B09-F017CF3A05E3}"/>
                </a:ext>
              </a:extLst>
            </p:cNvPr>
            <p:cNvSpPr/>
            <p:nvPr/>
          </p:nvSpPr>
          <p:spPr>
            <a:xfrm>
              <a:off x="62214" y="3143165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EFCF97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844662A-045F-4271-A7CC-6967926AECAC}"/>
                </a:ext>
              </a:extLst>
            </p:cNvPr>
            <p:cNvSpPr/>
            <p:nvPr/>
          </p:nvSpPr>
          <p:spPr>
            <a:xfrm rot="335180">
              <a:off x="2124240" y="1389180"/>
              <a:ext cx="1694418" cy="252257"/>
            </a:xfrm>
            <a:prstGeom prst="rect">
              <a:avLst/>
            </a:prstGeom>
            <a:solidFill>
              <a:srgbClr val="583B7E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4" name="사각형: 둥근 모서리 172">
              <a:extLst>
                <a:ext uri="{FF2B5EF4-FFF2-40B4-BE49-F238E27FC236}">
                  <a16:creationId xmlns:a16="http://schemas.microsoft.com/office/drawing/2014/main" id="{A5841177-E484-426C-886D-EA8BAC4282F3}"/>
                </a:ext>
              </a:extLst>
            </p:cNvPr>
            <p:cNvSpPr/>
            <p:nvPr/>
          </p:nvSpPr>
          <p:spPr>
            <a:xfrm rot="5890787" flipH="1" flipV="1">
              <a:off x="3577529" y="2318443"/>
              <a:ext cx="912324" cy="319534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5" name="사각형: 둥근 모서리 179">
              <a:extLst>
                <a:ext uri="{FF2B5EF4-FFF2-40B4-BE49-F238E27FC236}">
                  <a16:creationId xmlns:a16="http://schemas.microsoft.com/office/drawing/2014/main" id="{2151AE95-9161-4E7D-8F5F-9ADF7DE5E876}"/>
                </a:ext>
              </a:extLst>
            </p:cNvPr>
            <p:cNvSpPr/>
            <p:nvPr/>
          </p:nvSpPr>
          <p:spPr>
            <a:xfrm rot="13090787" flipV="1">
              <a:off x="4555360" y="1929153"/>
              <a:ext cx="912324" cy="315106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88">
              <a:extLst>
                <a:ext uri="{FF2B5EF4-FFF2-40B4-BE49-F238E27FC236}">
                  <a16:creationId xmlns:a16="http://schemas.microsoft.com/office/drawing/2014/main" id="{AB3D7378-946E-4709-BA3A-C70AFDCB5DCB}"/>
                </a:ext>
              </a:extLst>
            </p:cNvPr>
            <p:cNvSpPr/>
            <p:nvPr/>
          </p:nvSpPr>
          <p:spPr>
            <a:xfrm rot="2290787" flipV="1">
              <a:off x="3773108" y="2815095"/>
              <a:ext cx="912324" cy="315106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자유형: 도형 83">
              <a:extLst>
                <a:ext uri="{FF2B5EF4-FFF2-40B4-BE49-F238E27FC236}">
                  <a16:creationId xmlns:a16="http://schemas.microsoft.com/office/drawing/2014/main" id="{F041D594-5014-4304-B0A5-091EA9E59899}"/>
                </a:ext>
              </a:extLst>
            </p:cNvPr>
            <p:cNvSpPr/>
            <p:nvPr/>
          </p:nvSpPr>
          <p:spPr>
            <a:xfrm>
              <a:off x="3622383" y="1013685"/>
              <a:ext cx="1268036" cy="1268036"/>
            </a:xfrm>
            <a:custGeom>
              <a:avLst/>
              <a:gdLst>
                <a:gd name="connsiteX0" fmla="*/ 183540 w 367080"/>
                <a:gd name="connsiteY0" fmla="*/ 104537 h 367080"/>
                <a:gd name="connsiteX1" fmla="*/ 104537 w 367080"/>
                <a:gd name="connsiteY1" fmla="*/ 183540 h 367080"/>
                <a:gd name="connsiteX2" fmla="*/ 183540 w 367080"/>
                <a:gd name="connsiteY2" fmla="*/ 262543 h 367080"/>
                <a:gd name="connsiteX3" fmla="*/ 262543 w 367080"/>
                <a:gd name="connsiteY3" fmla="*/ 183540 h 367080"/>
                <a:gd name="connsiteX4" fmla="*/ 183540 w 367080"/>
                <a:gd name="connsiteY4" fmla="*/ 104537 h 367080"/>
                <a:gd name="connsiteX5" fmla="*/ 183540 w 367080"/>
                <a:gd name="connsiteY5" fmla="*/ 0 h 367080"/>
                <a:gd name="connsiteX6" fmla="*/ 367080 w 367080"/>
                <a:gd name="connsiteY6" fmla="*/ 183540 h 367080"/>
                <a:gd name="connsiteX7" fmla="*/ 183540 w 367080"/>
                <a:gd name="connsiteY7" fmla="*/ 367080 h 367080"/>
                <a:gd name="connsiteX8" fmla="*/ 0 w 367080"/>
                <a:gd name="connsiteY8" fmla="*/ 183540 h 367080"/>
                <a:gd name="connsiteX9" fmla="*/ 183540 w 367080"/>
                <a:gd name="connsiteY9" fmla="*/ 0 h 3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7080" h="367080">
                  <a:moveTo>
                    <a:pt x="183540" y="104537"/>
                  </a:moveTo>
                  <a:cubicBezTo>
                    <a:pt x="139908" y="104537"/>
                    <a:pt x="104537" y="139908"/>
                    <a:pt x="104537" y="183540"/>
                  </a:cubicBezTo>
                  <a:cubicBezTo>
                    <a:pt x="104537" y="227172"/>
                    <a:pt x="139908" y="262543"/>
                    <a:pt x="183540" y="262543"/>
                  </a:cubicBezTo>
                  <a:cubicBezTo>
                    <a:pt x="227172" y="262543"/>
                    <a:pt x="262543" y="227172"/>
                    <a:pt x="262543" y="183540"/>
                  </a:cubicBezTo>
                  <a:cubicBezTo>
                    <a:pt x="262543" y="139908"/>
                    <a:pt x="227172" y="104537"/>
                    <a:pt x="183540" y="104537"/>
                  </a:cubicBezTo>
                  <a:close/>
                  <a:moveTo>
                    <a:pt x="183540" y="0"/>
                  </a:moveTo>
                  <a:cubicBezTo>
                    <a:pt x="284906" y="0"/>
                    <a:pt x="367080" y="82174"/>
                    <a:pt x="367080" y="183540"/>
                  </a:cubicBezTo>
                  <a:cubicBezTo>
                    <a:pt x="367080" y="284906"/>
                    <a:pt x="284906" y="367080"/>
                    <a:pt x="183540" y="367080"/>
                  </a:cubicBezTo>
                  <a:cubicBezTo>
                    <a:pt x="82174" y="367080"/>
                    <a:pt x="0" y="284906"/>
                    <a:pt x="0" y="183540"/>
                  </a:cubicBezTo>
                  <a:cubicBezTo>
                    <a:pt x="0" y="82174"/>
                    <a:pt x="82174" y="0"/>
                    <a:pt x="183540" y="0"/>
                  </a:cubicBezTo>
                  <a:close/>
                </a:path>
              </a:pathLst>
            </a:custGeom>
            <a:solidFill>
              <a:srgbClr val="C9729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FC60BE-9A21-40BB-B9EA-8EB5C324384A}"/>
                </a:ext>
              </a:extLst>
            </p:cNvPr>
            <p:cNvSpPr txBox="1"/>
            <p:nvPr/>
          </p:nvSpPr>
          <p:spPr>
            <a:xfrm>
              <a:off x="4540449" y="2651067"/>
              <a:ext cx="8490465" cy="33055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6600" dirty="0">
                  <a:solidFill>
                    <a:srgbClr val="583B7E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DA</a:t>
              </a:r>
              <a:r>
                <a:rPr lang="en-US" altLang="ko-KR" sz="16600" dirty="0">
                  <a:solidFill>
                    <a:srgbClr val="C9729F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V</a:t>
              </a:r>
              <a:r>
                <a:rPr lang="en-US" altLang="ko-KR" sz="16600" dirty="0">
                  <a:solidFill>
                    <a:srgbClr val="E2869B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I</a:t>
              </a:r>
              <a:r>
                <a:rPr lang="en-US" altLang="ko-KR" sz="16600" dirty="0">
                  <a:solidFill>
                    <a:srgbClr val="FCA699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A</a:t>
              </a:r>
              <a:r>
                <a:rPr lang="en-US" altLang="ko-KR" sz="16600" dirty="0">
                  <a:solidFill>
                    <a:srgbClr val="EFCF97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N</a:t>
              </a:r>
              <a:endParaRPr lang="en-US" altLang="ko-KR" sz="11500" dirty="0">
                <a:solidFill>
                  <a:srgbClr val="EFCF97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ko-KR" sz="6600" dirty="0">
                  <a:solidFill>
                    <a:srgbClr val="4C326F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ROBOTICS</a:t>
              </a:r>
            </a:p>
          </p:txBody>
        </p:sp>
        <p:sp>
          <p:nvSpPr>
            <p:cNvPr id="19" name="사각형: 둥근 모서리 187">
              <a:extLst>
                <a:ext uri="{FF2B5EF4-FFF2-40B4-BE49-F238E27FC236}">
                  <a16:creationId xmlns:a16="http://schemas.microsoft.com/office/drawing/2014/main" id="{6A11E834-0286-4959-A859-202C9D3A3160}"/>
                </a:ext>
              </a:extLst>
            </p:cNvPr>
            <p:cNvSpPr/>
            <p:nvPr/>
          </p:nvSpPr>
          <p:spPr>
            <a:xfrm rot="16690787" flipH="1" flipV="1">
              <a:off x="4750938" y="2421376"/>
              <a:ext cx="912324" cy="319534"/>
            </a:xfrm>
            <a:prstGeom prst="roundRect">
              <a:avLst>
                <a:gd name="adj" fmla="val 49426"/>
              </a:avLst>
            </a:prstGeom>
            <a:solidFill>
              <a:srgbClr val="E2869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03CFF6D-E1B9-4CE6-8B6E-A1B6FD406C13}"/>
              </a:ext>
            </a:extLst>
          </p:cNvPr>
          <p:cNvSpPr txBox="1"/>
          <p:nvPr/>
        </p:nvSpPr>
        <p:spPr>
          <a:xfrm>
            <a:off x="406400" y="425450"/>
            <a:ext cx="2055050" cy="31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ko-KR" sz="1400" dirty="0"/>
              <a:t>Transparent background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4002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AF49E8FF-CCDB-4B20-B923-2C7CB0A58567}"/>
              </a:ext>
            </a:extLst>
          </p:cNvPr>
          <p:cNvGrpSpPr/>
          <p:nvPr/>
        </p:nvGrpSpPr>
        <p:grpSpPr>
          <a:xfrm>
            <a:off x="1273642" y="1174681"/>
            <a:ext cx="2264760" cy="2264760"/>
            <a:chOff x="4640319" y="897540"/>
            <a:chExt cx="2264760" cy="22647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3C02543-FC15-46E1-9FB5-95104F410FE2}"/>
                </a:ext>
              </a:extLst>
            </p:cNvPr>
            <p:cNvSpPr/>
            <p:nvPr/>
          </p:nvSpPr>
          <p:spPr>
            <a:xfrm>
              <a:off x="4640319" y="897540"/>
              <a:ext cx="2264760" cy="226476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7FB17B-91F0-4E04-999E-E2C6D2C28057}"/>
                </a:ext>
              </a:extLst>
            </p:cNvPr>
            <p:cNvSpPr txBox="1"/>
            <p:nvPr/>
          </p:nvSpPr>
          <p:spPr>
            <a:xfrm>
              <a:off x="5066598" y="2326867"/>
              <a:ext cx="153920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rgbClr val="583B7E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DA</a:t>
              </a:r>
              <a:r>
                <a:rPr lang="en-US" altLang="ko-KR" sz="2800" dirty="0">
                  <a:solidFill>
                    <a:srgbClr val="C9729F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V</a:t>
              </a:r>
              <a:r>
                <a:rPr lang="en-US" altLang="ko-KR" sz="2800" dirty="0">
                  <a:solidFill>
                    <a:srgbClr val="E2869B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I</a:t>
              </a:r>
              <a:r>
                <a:rPr lang="en-US" altLang="ko-KR" sz="2800" dirty="0">
                  <a:solidFill>
                    <a:srgbClr val="FCA699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A</a:t>
              </a:r>
              <a:r>
                <a:rPr lang="en-US" altLang="ko-KR" sz="2800" dirty="0">
                  <a:solidFill>
                    <a:srgbClr val="EFCF97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N</a:t>
              </a:r>
            </a:p>
            <a:p>
              <a:pPr algn="ctr"/>
              <a:r>
                <a:rPr lang="en-US" altLang="ko-KR" sz="1400" dirty="0">
                  <a:solidFill>
                    <a:srgbClr val="583A7E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ROBOTICS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4370A1A-E626-407A-B9DF-8ADD160E77DB}"/>
                </a:ext>
              </a:extLst>
            </p:cNvPr>
            <p:cNvGrpSpPr/>
            <p:nvPr/>
          </p:nvGrpSpPr>
          <p:grpSpPr>
            <a:xfrm>
              <a:off x="5013738" y="970219"/>
              <a:ext cx="1517922" cy="1356648"/>
              <a:chOff x="5060149" y="970219"/>
              <a:chExt cx="1517922" cy="1356648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6DE650D1-BB2E-4E7B-B22E-8D3750BBF798}"/>
                  </a:ext>
                </a:extLst>
              </p:cNvPr>
              <p:cNvSpPr/>
              <p:nvPr/>
            </p:nvSpPr>
            <p:spPr>
              <a:xfrm rot="1461373">
                <a:off x="5339217" y="1955995"/>
                <a:ext cx="490512" cy="73025"/>
              </a:xfrm>
              <a:prstGeom prst="rect">
                <a:avLst/>
              </a:pr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E601DEB-CFD7-4BBC-A94A-F4CEA87D4A5A}"/>
                  </a:ext>
                </a:extLst>
              </p:cNvPr>
              <p:cNvSpPr/>
              <p:nvPr/>
            </p:nvSpPr>
            <p:spPr>
              <a:xfrm rot="6861373">
                <a:off x="5154783" y="1463801"/>
                <a:ext cx="474050" cy="75560"/>
              </a:xfrm>
              <a:prstGeom prst="rect">
                <a:avLst/>
              </a:pr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7899539C-AB9E-4F59-9732-F5C38648E783}"/>
                  </a:ext>
                </a:extLst>
              </p:cNvPr>
              <p:cNvSpPr/>
              <p:nvPr/>
            </p:nvSpPr>
            <p:spPr>
              <a:xfrm>
                <a:off x="5368202" y="970219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D3C76698-B1E2-424E-B4AB-C899189D003A}"/>
                  </a:ext>
                </a:extLst>
              </p:cNvPr>
              <p:cNvSpPr/>
              <p:nvPr/>
            </p:nvSpPr>
            <p:spPr>
              <a:xfrm>
                <a:off x="5739192" y="1959787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33206F4-2B77-4C1C-9BD8-642C2033F9FA}"/>
                  </a:ext>
                </a:extLst>
              </p:cNvPr>
              <p:cNvSpPr/>
              <p:nvPr/>
            </p:nvSpPr>
            <p:spPr>
              <a:xfrm>
                <a:off x="5060149" y="1652943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8535380C-8F01-46B6-B021-B9432EC1892F}"/>
                  </a:ext>
                </a:extLst>
              </p:cNvPr>
              <p:cNvSpPr/>
              <p:nvPr/>
            </p:nvSpPr>
            <p:spPr>
              <a:xfrm rot="335180">
                <a:off x="5657079" y="1145187"/>
                <a:ext cx="490512" cy="73025"/>
              </a:xfrm>
              <a:prstGeom prst="rect">
                <a:avLst/>
              </a:pr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E71260CA-A6EC-4ABE-BA2C-9213EF9CABC5}"/>
                  </a:ext>
                </a:extLst>
              </p:cNvPr>
              <p:cNvGrpSpPr/>
              <p:nvPr/>
            </p:nvGrpSpPr>
            <p:grpSpPr>
              <a:xfrm rot="20290787">
                <a:off x="6181296" y="1266332"/>
                <a:ext cx="396775" cy="418029"/>
                <a:chOff x="6824707" y="1344129"/>
                <a:chExt cx="396775" cy="418029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3DBE051A-4283-4C46-A611-370632C3CD90}"/>
                    </a:ext>
                  </a:extLst>
                </p:cNvPr>
                <p:cNvSpPr/>
                <p:nvPr/>
              </p:nvSpPr>
              <p:spPr>
                <a:xfrm rot="7200000" flipH="1" flipV="1">
                  <a:off x="6738905" y="1429931"/>
                  <a:ext cx="264106" cy="92501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0D07F84D-67D4-4158-95CC-76754D32623E}"/>
                    </a:ext>
                  </a:extLst>
                </p:cNvPr>
                <p:cNvSpPr/>
                <p:nvPr/>
              </p:nvSpPr>
              <p:spPr>
                <a:xfrm rot="14400000" flipV="1">
                  <a:off x="7043820" y="1430572"/>
                  <a:ext cx="264106" cy="91219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E0FDE26A-F0E9-4009-B958-495E6348D629}"/>
                    </a:ext>
                  </a:extLst>
                </p:cNvPr>
                <p:cNvSpPr/>
                <p:nvPr/>
              </p:nvSpPr>
              <p:spPr>
                <a:xfrm rot="18000000" flipH="1" flipV="1">
                  <a:off x="7043179" y="1583854"/>
                  <a:ext cx="264106" cy="92501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1242255A-02D3-4406-BA4B-6A03619BA441}"/>
                    </a:ext>
                  </a:extLst>
                </p:cNvPr>
                <p:cNvSpPr/>
                <p:nvPr/>
              </p:nvSpPr>
              <p:spPr>
                <a:xfrm rot="3600000" flipV="1">
                  <a:off x="6738264" y="1584495"/>
                  <a:ext cx="264106" cy="91219"/>
                </a:xfrm>
                <a:prstGeom prst="roundRect">
                  <a:avLst>
                    <a:gd name="adj" fmla="val 49426"/>
                  </a:avLst>
                </a:prstGeom>
                <a:solidFill>
                  <a:srgbClr val="E2869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err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37B8F43-4A30-4611-A805-9096F935E518}"/>
                  </a:ext>
                </a:extLst>
              </p:cNvPr>
              <p:cNvSpPr/>
              <p:nvPr/>
            </p:nvSpPr>
            <p:spPr>
              <a:xfrm>
                <a:off x="6090772" y="1036486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C9729F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49A8C3A-A686-4F66-B714-40BD3E9B11FF}"/>
              </a:ext>
            </a:extLst>
          </p:cNvPr>
          <p:cNvSpPr txBox="1"/>
          <p:nvPr/>
        </p:nvSpPr>
        <p:spPr>
          <a:xfrm>
            <a:off x="406400" y="425450"/>
            <a:ext cx="2055050" cy="318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1400" dirty="0"/>
              <a:t>Transparent background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3084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4A2396B-D6EF-44DB-8465-EE309407D76E}"/>
              </a:ext>
            </a:extLst>
          </p:cNvPr>
          <p:cNvGrpSpPr/>
          <p:nvPr/>
        </p:nvGrpSpPr>
        <p:grpSpPr>
          <a:xfrm>
            <a:off x="1406775" y="3071872"/>
            <a:ext cx="1512273" cy="1879868"/>
            <a:chOff x="1406775" y="3071872"/>
            <a:chExt cx="1512273" cy="1879868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183FE4C-1972-44D4-A83A-E3B2988E379A}"/>
                </a:ext>
              </a:extLst>
            </p:cNvPr>
            <p:cNvGrpSpPr/>
            <p:nvPr/>
          </p:nvGrpSpPr>
          <p:grpSpPr>
            <a:xfrm>
              <a:off x="1485482" y="3071872"/>
              <a:ext cx="1354857" cy="1356648"/>
              <a:chOff x="1485482" y="3071872"/>
              <a:chExt cx="1354857" cy="1356648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20FB6EC-6AC2-456C-98AC-052008A09023}"/>
                  </a:ext>
                </a:extLst>
              </p:cNvPr>
              <p:cNvSpPr/>
              <p:nvPr/>
            </p:nvSpPr>
            <p:spPr>
              <a:xfrm rot="1461373">
                <a:off x="2071681" y="3373099"/>
                <a:ext cx="490512" cy="73025"/>
              </a:xfrm>
              <a:prstGeom prst="rect">
                <a:avLst/>
              </a:pr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FC62813-59DE-4CFB-B396-D1B85593C22B}"/>
                  </a:ext>
                </a:extLst>
              </p:cNvPr>
              <p:cNvSpPr/>
              <p:nvPr/>
            </p:nvSpPr>
            <p:spPr>
              <a:xfrm rot="1461373">
                <a:off x="1764550" y="4057648"/>
                <a:ext cx="490512" cy="73025"/>
              </a:xfrm>
              <a:prstGeom prst="rect">
                <a:avLst/>
              </a:pr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CEFBD90-1680-42A4-AB7B-4973DE0352FF}"/>
                  </a:ext>
                </a:extLst>
              </p:cNvPr>
              <p:cNvSpPr/>
              <p:nvPr/>
            </p:nvSpPr>
            <p:spPr>
              <a:xfrm rot="6861373">
                <a:off x="1580116" y="3565454"/>
                <a:ext cx="474050" cy="75560"/>
              </a:xfrm>
              <a:prstGeom prst="rect">
                <a:avLst/>
              </a:pr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93C9ED23-41AD-4868-A7C1-49D3EDD738AC}"/>
                  </a:ext>
                </a:extLst>
              </p:cNvPr>
              <p:cNvSpPr/>
              <p:nvPr/>
            </p:nvSpPr>
            <p:spPr>
              <a:xfrm rot="6861373">
                <a:off x="2260713" y="3873561"/>
                <a:ext cx="474050" cy="75560"/>
              </a:xfrm>
              <a:prstGeom prst="rect">
                <a:avLst/>
              </a:prstGeom>
              <a:solidFill>
                <a:srgbClr val="E2869B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F9498C2C-5961-4F37-B01F-6E494A25DFD4}"/>
                  </a:ext>
                </a:extLst>
              </p:cNvPr>
              <p:cNvSpPr/>
              <p:nvPr/>
            </p:nvSpPr>
            <p:spPr>
              <a:xfrm>
                <a:off x="1793535" y="3071872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583B7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173F3D2D-C6CB-4743-88DB-2FAB6104D701}"/>
                  </a:ext>
                </a:extLst>
              </p:cNvPr>
              <p:cNvSpPr/>
              <p:nvPr/>
            </p:nvSpPr>
            <p:spPr>
              <a:xfrm>
                <a:off x="2473259" y="3382050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C9729F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96BE4D21-B38B-4529-8667-A91E004D3299}"/>
                  </a:ext>
                </a:extLst>
              </p:cNvPr>
              <p:cNvSpPr/>
              <p:nvPr/>
            </p:nvSpPr>
            <p:spPr>
              <a:xfrm>
                <a:off x="2164525" y="4061440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FCA699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CA322B16-BBA6-4F43-990E-5D3775F50283}"/>
                  </a:ext>
                </a:extLst>
              </p:cNvPr>
              <p:cNvSpPr/>
              <p:nvPr/>
            </p:nvSpPr>
            <p:spPr>
              <a:xfrm>
                <a:off x="1485482" y="3754596"/>
                <a:ext cx="367080" cy="367080"/>
              </a:xfrm>
              <a:custGeom>
                <a:avLst/>
                <a:gdLst>
                  <a:gd name="connsiteX0" fmla="*/ 183540 w 367080"/>
                  <a:gd name="connsiteY0" fmla="*/ 104537 h 367080"/>
                  <a:gd name="connsiteX1" fmla="*/ 104537 w 367080"/>
                  <a:gd name="connsiteY1" fmla="*/ 183540 h 367080"/>
                  <a:gd name="connsiteX2" fmla="*/ 183540 w 367080"/>
                  <a:gd name="connsiteY2" fmla="*/ 262543 h 367080"/>
                  <a:gd name="connsiteX3" fmla="*/ 262543 w 367080"/>
                  <a:gd name="connsiteY3" fmla="*/ 183540 h 367080"/>
                  <a:gd name="connsiteX4" fmla="*/ 183540 w 367080"/>
                  <a:gd name="connsiteY4" fmla="*/ 104537 h 367080"/>
                  <a:gd name="connsiteX5" fmla="*/ 183540 w 367080"/>
                  <a:gd name="connsiteY5" fmla="*/ 0 h 367080"/>
                  <a:gd name="connsiteX6" fmla="*/ 367080 w 367080"/>
                  <a:gd name="connsiteY6" fmla="*/ 183540 h 367080"/>
                  <a:gd name="connsiteX7" fmla="*/ 183540 w 367080"/>
                  <a:gd name="connsiteY7" fmla="*/ 367080 h 367080"/>
                  <a:gd name="connsiteX8" fmla="*/ 0 w 367080"/>
                  <a:gd name="connsiteY8" fmla="*/ 183540 h 367080"/>
                  <a:gd name="connsiteX9" fmla="*/ 183540 w 367080"/>
                  <a:gd name="connsiteY9" fmla="*/ 0 h 36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080" h="367080">
                    <a:moveTo>
                      <a:pt x="183540" y="104537"/>
                    </a:moveTo>
                    <a:cubicBezTo>
                      <a:pt x="139908" y="104537"/>
                      <a:pt x="104537" y="139908"/>
                      <a:pt x="104537" y="183540"/>
                    </a:cubicBezTo>
                    <a:cubicBezTo>
                      <a:pt x="104537" y="227172"/>
                      <a:pt x="139908" y="262543"/>
                      <a:pt x="183540" y="262543"/>
                    </a:cubicBezTo>
                    <a:cubicBezTo>
                      <a:pt x="227172" y="262543"/>
                      <a:pt x="262543" y="227172"/>
                      <a:pt x="262543" y="183540"/>
                    </a:cubicBezTo>
                    <a:cubicBezTo>
                      <a:pt x="262543" y="139908"/>
                      <a:pt x="227172" y="104537"/>
                      <a:pt x="183540" y="104537"/>
                    </a:cubicBezTo>
                    <a:close/>
                    <a:moveTo>
                      <a:pt x="183540" y="0"/>
                    </a:moveTo>
                    <a:cubicBezTo>
                      <a:pt x="284906" y="0"/>
                      <a:pt x="367080" y="82174"/>
                      <a:pt x="367080" y="183540"/>
                    </a:cubicBezTo>
                    <a:cubicBezTo>
                      <a:pt x="367080" y="284906"/>
                      <a:pt x="284906" y="367080"/>
                      <a:pt x="183540" y="367080"/>
                    </a:cubicBezTo>
                    <a:cubicBezTo>
                      <a:pt x="82174" y="367080"/>
                      <a:pt x="0" y="284906"/>
                      <a:pt x="0" y="183540"/>
                    </a:cubicBezTo>
                    <a:cubicBezTo>
                      <a:pt x="0" y="82174"/>
                      <a:pt x="82174" y="0"/>
                      <a:pt x="183540" y="0"/>
                    </a:cubicBezTo>
                    <a:close/>
                  </a:path>
                </a:pathLst>
              </a:custGeom>
              <a:solidFill>
                <a:srgbClr val="EFCF9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2E79AF-3F77-497D-ACD8-D6247BB92B86}"/>
                </a:ext>
              </a:extLst>
            </p:cNvPr>
            <p:cNvSpPr txBox="1"/>
            <p:nvPr/>
          </p:nvSpPr>
          <p:spPr>
            <a:xfrm>
              <a:off x="1406775" y="4428520"/>
              <a:ext cx="15122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rgbClr val="583B7E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DA</a:t>
              </a:r>
              <a:r>
                <a:rPr lang="en-US" altLang="ko-KR" sz="2800" dirty="0">
                  <a:solidFill>
                    <a:srgbClr val="C9729F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V</a:t>
              </a:r>
              <a:r>
                <a:rPr lang="en-US" altLang="ko-KR" sz="2800" dirty="0">
                  <a:solidFill>
                    <a:srgbClr val="E2869B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I</a:t>
              </a:r>
              <a:r>
                <a:rPr lang="en-US" altLang="ko-KR" sz="2800" dirty="0">
                  <a:solidFill>
                    <a:srgbClr val="FCA699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A</a:t>
              </a:r>
              <a:r>
                <a:rPr lang="en-US" altLang="ko-KR" sz="2800" dirty="0">
                  <a:solidFill>
                    <a:srgbClr val="EFCF97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3599913"/>
      </p:ext>
    </p:extLst>
  </p:cSld>
  <p:clrMapOvr>
    <a:masterClrMapping/>
  </p:clrMapOvr>
</p:sld>
</file>

<file path=ppt/theme/theme1.xml><?xml version="1.0" encoding="utf-8"?>
<a:theme xmlns:a="http://schemas.openxmlformats.org/drawingml/2006/main" name="mparkv2">
  <a:themeElements>
    <a:clrScheme name="M.Par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E"/>
      </a:accent1>
      <a:accent2>
        <a:srgbClr val="E6222E"/>
      </a:accent2>
      <a:accent3>
        <a:srgbClr val="A5A5A5"/>
      </a:accent3>
      <a:accent4>
        <a:srgbClr val="FFC000"/>
      </a:accent4>
      <a:accent5>
        <a:srgbClr val="5FBEEB"/>
      </a:accent5>
      <a:accent6>
        <a:srgbClr val="00B464"/>
      </a:accent6>
      <a:hlink>
        <a:srgbClr val="0563C1"/>
      </a:hlink>
      <a:folHlink>
        <a:srgbClr val="954F72"/>
      </a:folHlink>
    </a:clrScheme>
    <a:fontScheme name="프리젠테이션">
      <a:majorFont>
        <a:latin typeface="프리젠테이션 7 Bold"/>
        <a:ea typeface="프리젠테이션 7 Bold"/>
        <a:cs typeface=""/>
      </a:majorFont>
      <a:minorFont>
        <a:latin typeface="프리젠테이션 5 Medium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28575">
          <a:solidFill>
            <a:schemeClr val="accent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4000"/>
          </a:lnSpc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parkv2" id="{31551207-135E-4A8E-AD0D-4B1003EBF523}" vid="{35ECD333-F56E-4EB5-B01E-45FE351A2C7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mparkv2</Template>
  <TotalTime>4</TotalTime>
  <Words>17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프리젠테이션 7 Bold</vt:lpstr>
      <vt:lpstr>에스코어 드림 6 Bold</vt:lpstr>
      <vt:lpstr>에스코어 드림 9 Black</vt:lpstr>
      <vt:lpstr>프리젠테이션 5 Medium</vt:lpstr>
      <vt:lpstr>Arial</vt:lpstr>
      <vt:lpstr>mparkv2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박민호</dc:creator>
  <cp:lastModifiedBy>박민호</cp:lastModifiedBy>
  <cp:revision>4</cp:revision>
  <dcterms:created xsi:type="dcterms:W3CDTF">2025-12-21T06:21:56Z</dcterms:created>
  <dcterms:modified xsi:type="dcterms:W3CDTF">2026-09-30T05:55:00Z</dcterms:modified>
</cp:coreProperties>
</file>